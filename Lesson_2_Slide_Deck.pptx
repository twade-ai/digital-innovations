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AEP   |   Lesson 2 of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the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Apocalypse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the pattern. Writing the rule.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February 2024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solidFill>
            <a:srgbClr val="162042"/>
          </a:solidFill>
          <a:ln w="12700">
            <a:solidFill>
              <a:srgbClr val="162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Sewell: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1965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promise I will come home to you. I love you so much, Dany.”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103327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Daenerys  (Character.AI bot):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3429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love you too, Daenero. Please come home to me as soon as possible, my love.”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the last conversation Sewell Setzer III, age 14, had before he took his own life.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was talking to a chatbot.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open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extraction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what they have in common.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2743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four case cards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611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THREE structural patterns common to all four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4480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pattern as ONE sentence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3-4    •    10 minutes    •    Pattern is NOT 'they all involve AI'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policy advisors.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ONE regulation AI companion companies must follow.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109728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sentences MAXIMUM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109728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389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ENFORCEABLE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109728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target a pattern you found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 to draft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questions while you draft: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88720" y="2286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polices this?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a company prove they're following it?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88720" y="3749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consequence for breaking it?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88720" y="4480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company technically comply while still doing harm?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answer 'who polices this' — your rule isn't enforceable yet.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we pitch. And we challenge.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611880" cy="36576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109728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regulation. Say what pattern it targets.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377440"/>
            <a:ext cx="3611880" cy="36576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377440"/>
            <a:ext cx="109728" cy="3657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66344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4297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Nominated group finds the flaw. Where could a company wriggle out?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377440"/>
            <a:ext cx="3611880" cy="36576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377440"/>
            <a:ext cx="109728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Vote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50392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workable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4297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votes at the end. No voting for your own.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thing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work is not hypothetical.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5394960" cy="3108960"/>
          </a:xfrm>
          <a:prstGeom prst="rect">
            <a:avLst/>
          </a:prstGeom>
          <a:solidFill>
            <a:srgbClr val="162042"/>
          </a:solidFill>
          <a:ln w="12700">
            <a:solidFill>
              <a:srgbClr val="162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 (in force 2024)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Bans AI systems using “manipulative or deceptive techniques” to distort behaviour.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4348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 systems that exploit “vulnerabilities related to age, disability, or socio-economic situation” causing significant harm.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560320"/>
            <a:ext cx="5394960" cy="3108960"/>
          </a:xfrm>
          <a:prstGeom prst="rect">
            <a:avLst/>
          </a:prstGeom>
          <a:solidFill>
            <a:srgbClr val="162042"/>
          </a:solidFill>
          <a:ln w="12700">
            <a:solidFill>
              <a:srgbClr val="162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GUIDELINES  (July 2025)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31089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Specifically name chatbots that “exploit emotional dependency” as an example.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44348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MEPs still want AI companions explicitly classified as 'high-risk'. The fight is live.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regulations weren't student exercises. They were early drafts.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reflection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minutes. Silent. On your handout.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09728" cy="2743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the strongest argument you heard today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you didn't agree with?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why was it strong?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with you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was about what already happened.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was about what we do next.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Replika apocalypse. Effie's grief. Sewell's death. Those are facts.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companions exist in five years' time, and who they're allowed to talk to, and what happens when they hurt people — that is not yet a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577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is being decided now.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AEP   |   Digital Ethics strand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today has stayed with you, the pastoral resources are on your handout. Or come find 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After the Apocalypse</dc:title>
  <dc:subject>PptxGenJS Presentation</dc:subject>
  <dc:creator>Haileybury AEP</dc:creator>
  <cp:lastModifiedBy>Haileybury AEP</cp:lastModifiedBy>
  <cp:revision>1</cp:revision>
  <dcterms:created xsi:type="dcterms:W3CDTF">2026-05-11T16:14:28Z</dcterms:created>
  <dcterms:modified xsi:type="dcterms:W3CDTF">2026-05-11T16:14:28Z</dcterms:modified>
</cp:coreProperties>
</file>